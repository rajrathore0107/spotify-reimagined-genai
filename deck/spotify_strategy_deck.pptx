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B954"/>
                </a:solidFill>
              </a:rPr>
              <a:t>OPEN PROJECT 2026  ·  SOCIETY OF BUSINESS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400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Spotify can predict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next emotion.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2004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</a:rPr>
              <a:t>Reimagining Spotify with Generative AI to deliver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</a:rPr>
              <a:t>personalised, emotionally intelligent music experiences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B3B3B3"/>
                </a:solidFill>
              </a:rPr>
              <a:t>that reduce churn and grow premium revenue.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274320"/>
            <a:ext cx="2743200" cy="2743200"/>
          </a:xfrm>
          <a:prstGeom prst="ellipse">
            <a:avLst/>
          </a:prstGeom>
          <a:solidFill>
            <a:srgbClr val="1DB954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371600"/>
            <a:ext cx="1828800" cy="1828800"/>
          </a:xfrm>
          <a:prstGeom prst="ellipse">
            <a:avLst/>
          </a:prstGeom>
          <a:solidFill>
            <a:srgbClr val="1A1A2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0" y="1645920"/>
            <a:ext cx="1371600" cy="1371600"/>
          </a:xfrm>
          <a:prstGeom prst="ellipse">
            <a:avLst/>
          </a:prstGeom>
          <a:solidFill>
            <a:srgbClr val="158A3E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772400" y="182880"/>
            <a:ext cx="1097280" cy="1097280"/>
          </a:xfrm>
          <a:prstGeom prst="ellipse">
            <a:avLst/>
          </a:prstGeom>
          <a:solidFill>
            <a:srgbClr val="1DB954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3977640"/>
            <a:ext cx="2560320" cy="914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48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Monthly Active Users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3977640"/>
            <a:ext cx="2560320" cy="914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4612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2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Churn within 90 days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3977640"/>
            <a:ext cx="2560320" cy="9144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8076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80760" y="44074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3B3B3"/>
                </a:solidFill>
              </a:rPr>
              <a:t>Skip AI-generated playlists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3B3B3"/>
                </a:solidFill>
              </a:rPr>
              <a:t>Doremon Den  ·  Product Track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4919472"/>
            <a:ext cx="1965960" cy="201168"/>
          </a:xfrm>
          <a:prstGeom prst="rect">
            <a:avLst/>
          </a:prstGeom>
          <a:solidFill>
            <a:srgbClr val="E8F4FD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</a:rPr>
              <a:t>N </a:t>
            </a:r>
            <a:pPr indent="0" marL="0">
              <a:buNone/>
            </a:pPr>
            <a:r>
              <a:rPr lang="en-US" sz="750" dirty="0">
                <a:solidFill>
                  <a:srgbClr val="1A73E8"/>
                </a:solidFill>
              </a:rPr>
              <a:t>Made with NotebookLM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B954"/>
                </a:solidFill>
              </a:rPr>
              <a:t>01  ·  PROBLEM INTRODUCTION + IMPACT + USER BREAKDOWN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Discovery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</a:rPr>
              <a:t>Spotify's recommendation engine is powerful — but passive. It reacts to listening history, not to emotional state, context, or intent. Users in grief get upbeat playlists. Users in flow get mood-breaking transitions. The result: friction, skipping, and churn.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212848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04288"/>
            <a:ext cx="365760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!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</a:rPr>
              <a:t>Discovery Fatigue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Users spend avg. 8 min searching for the right playlist, often giving up and switching apps.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212848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304288"/>
            <a:ext cx="365760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</a:rPr>
              <a:t>Context Blindness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30358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Recommendations ignore real-world context — weather, time, mood, physical activity.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212848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304288"/>
            <a:ext cx="365760" cy="36576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$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2648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1212"/>
                </a:solidFill>
              </a:rPr>
              <a:t>Churn at Free Tier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303580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31% of free users churn within 90 days. AI-curated paywall features aren't compelling enough to convert.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7673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1212"/>
                </a:solidFill>
              </a:rPr>
              <a:t>User Segments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114800"/>
            <a:ext cx="2651760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40%  Passive Listeners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Play ambient/background music. Low engagement, high churn risk.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4114800"/>
            <a:ext cx="2651760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35%  Active Explorers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Seek new artists &amp; genres. Frustrated by repetition.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35040" y="4114800"/>
            <a:ext cx="2651760" cy="777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25%  Mood Driven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26480" y="4407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</a:rPr>
              <a:t>Curate by emotion. Feel unheard by current AI playlists.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132320" y="4919472"/>
            <a:ext cx="1965960" cy="201168"/>
          </a:xfrm>
          <a:prstGeom prst="rect">
            <a:avLst/>
          </a:prstGeom>
          <a:solidFill>
            <a:srgbClr val="E8F4FD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</a:rPr>
              <a:t>N </a:t>
            </a:r>
            <a:pPr indent="0" marL="0">
              <a:buNone/>
            </a:pPr>
            <a:r>
              <a:rPr lang="en-US" sz="750" dirty="0">
                <a:solidFill>
                  <a:srgbClr val="1A73E8"/>
                </a:solidFill>
              </a:rPr>
              <a:t>Made with NotebookLM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8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02  ·  WHY GENERATIVE AI?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411480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Traditional Approaches Fall Short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X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Collaborative filtering: only mirrors past behaviour, no emotional intelligence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X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Rule-based playlists: static, can't adapt to real-time context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X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Predictive ML: forecasts what you listened to, can't understand what you need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3474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F87171"/>
                </a:solidFill>
              </a:rPr>
              <a:t>X  </a:t>
            </a:r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B3B3B3"/>
                </a:solidFill>
              </a:rPr>
              <a:t>Manual curation: doesn't scale to 602M users across 100+ moods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206240" cy="4114800"/>
          </a:xfrm>
          <a:prstGeom prst="rect">
            <a:avLst/>
          </a:prstGeom>
          <a:solidFill>
            <a:srgbClr val="158A3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9144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GenAI Uniquely Enables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4173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[v]  Emotional Context Understanding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LLMs interpret natural language mood input + multimodal audio signals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216712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[v]  Dynamic Narrative Curation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Generate personalised playlist stories, not just song lists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916936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[v]  Conversational Discovery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User says: I need focus music for a deadline — agent understands and acts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3666744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ED760"/>
                </a:solidFill>
              </a:rPr>
              <a:t>[v]  Generative Content Layer
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1FAE5"/>
                </a:solidFill>
              </a:rPr>
              <a:t>    AI-written liner notes, artist bios, mood transitions narrated intelligently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32320" y="4919472"/>
            <a:ext cx="1965960" cy="201168"/>
          </a:xfrm>
          <a:prstGeom prst="rect">
            <a:avLst/>
          </a:prstGeom>
          <a:solidFill>
            <a:srgbClr val="E8F4FD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50608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</a:rPr>
              <a:t>N </a:t>
            </a:r>
            <a:pPr indent="0" marL="0">
              <a:buNone/>
            </a:pPr>
            <a:r>
              <a:rPr lang="en-US" sz="750" dirty="0">
                <a:solidFill>
                  <a:srgbClr val="1A73E8"/>
                </a:solidFill>
              </a:rPr>
              <a:t>Made with NotebookLM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B954"/>
                </a:solidFill>
              </a:rPr>
              <a:t>03  ·  USER SEGMENTS + SOLUTION 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B954"/>
                </a:solidFill>
              </a:rPr>
              <a:t>Core Insight: 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91640" y="8686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</a:rPr>
              <a:t>Music listening is an emotional act, not just a preference act. GenAI can bridge the gap between how a user feels right now and what they actually want to hear.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00200"/>
            <a:ext cx="265176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54"/>
                </a:solidFill>
              </a:rPr>
              <a:t>[Mood]  MoodSync 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For: Mood-Driven Users (25%)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User speaks or types their current emotion. LLM interprets sentiment + context, generates a dynamic playlist with a narrative arc — from where they are emotionally to where they want to go.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4526280"/>
            <a:ext cx="2468880" cy="25603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[+] +22% session length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6002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600200"/>
            <a:ext cx="265176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54"/>
                </a:solidFill>
              </a:rPr>
              <a:t>[Context]️  Context Conductor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9184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For: Passive Listeners (40%)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91840" y="24871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Multimodal AI agent reads time, location (opt-in), calendar events, and ambient sound to automatically queue contextually perfect music without user input.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4526280"/>
            <a:ext cx="2468880" cy="25603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329184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[+] +18% retention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0" y="1600200"/>
            <a:ext cx="26517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1600200"/>
            <a:ext cx="2651760" cy="54864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6276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DB954"/>
                </a:solidFill>
              </a:rPr>
              <a:t>[Search]  Discovery Dialogue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26480" y="22128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For: Active Explorers (35%)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487168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374151"/>
                </a:solidFill>
              </a:rPr>
              <a:t>Conversational AI interface: 'Show me artists like Radiohead but more hopeful.' Agent searches, reasons, and builds a curated session with AI-written discovery notes.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4526280"/>
            <a:ext cx="2468880" cy="25603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526280"/>
            <a:ext cx="24688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21212"/>
                </a:solidFill>
              </a:rPr>
              <a:t>[+] +31% new artist streams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58A3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04  ·  SOLUTION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Interaction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554480" cy="9144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062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Voice / text / context signals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93852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57400" y="1234440"/>
            <a:ext cx="1554480" cy="9144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1226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Intent Agent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11226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LLM parses emotion + context intent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3016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234440"/>
            <a:ext cx="1554480" cy="914400"/>
          </a:xfrm>
          <a:prstGeom prst="rect">
            <a:avLst/>
          </a:prstGeom>
          <a:solidFill>
            <a:srgbClr val="158A3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0390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Curation Engine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0390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Multimodal AI selects &amp; sequences tracks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32180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40680" y="1234440"/>
            <a:ext cx="1554480" cy="914400"/>
          </a:xfrm>
          <a:prstGeom prst="rect">
            <a:avLst/>
          </a:prstGeom>
          <a:solidFill>
            <a:srgbClr val="B45309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9554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Narrative Layer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9554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GenAI writes playlist story + liner notes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13448" y="1481328"/>
            <a:ext cx="137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3B3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32320" y="1234440"/>
            <a:ext cx="1554480" cy="914400"/>
          </a:xfrm>
          <a:prstGeom prst="rect">
            <a:avLst/>
          </a:prstGeom>
          <a:solidFill>
            <a:srgbClr val="1DB95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87184" y="126187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Spotify UX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187184" y="15819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E5E7EB"/>
                </a:solidFill>
              </a:rPr>
              <a:t>Delivered in native Spotify UI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2331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Workflows &amp; Features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2743200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[Mic]️ Voice Mood Check-In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"I'm anxious before a presentation" → Agent detects anxiety, generates a 20-min focus + calm arc playlist with AI narration. Post-session: asks how you feel, refines future curations.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2743200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64608" y="27889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[AI] Autonomous Session Agent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64608" y="306324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Runs in background: checks time (7am = energising commute mix), calendar ("big meeting at 10am" = confidence music), then queues without asking. Full opt-in.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" y="3822192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5488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[Chat] Conversational Discovery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" y="4142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Chat interface within Spotify: "Find something like lo-fi but with vocals and a 90s feel." LLM reasons across the catalogue, returns curated session with explainability notes.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4114800" cy="100584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64608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D760"/>
                </a:solidFill>
              </a:rPr>
              <a:t>[Write]️ AI Liner Notes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414223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B3B3B3"/>
                </a:solidFill>
              </a:rPr>
              <a:t>Each AI playlist includes a generated narrative: why these songs, what the arc is, artist context. Increases engagement and perceived value of the AI curation.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132320" y="4919472"/>
            <a:ext cx="1965960" cy="201168"/>
          </a:xfrm>
          <a:prstGeom prst="rect">
            <a:avLst/>
          </a:prstGeom>
          <a:solidFill>
            <a:srgbClr val="E8F4FD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50608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</a:rPr>
              <a:t>N </a:t>
            </a:r>
            <a:pPr indent="0" marL="0">
              <a:buNone/>
            </a:pPr>
            <a:r>
              <a:rPr lang="en-US" sz="750" dirty="0">
                <a:solidFill>
                  <a:srgbClr val="1A73E8"/>
                </a:solidFill>
              </a:rPr>
              <a:t>Made with NotebookLM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121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B954"/>
                </a:solidFill>
              </a:rPr>
              <a:t>05 + 06  ·  SUCCESS METRICS  +  PITFALLS &amp; WORKAROUNDS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 Metrics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+22%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234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Avg. session length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63040" y="149047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MoodSync AI cohort vs control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114800" cy="6400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9476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19476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30-day retention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63040" y="220370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Context Conductor users vs baseline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2615184"/>
            <a:ext cx="411480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" y="266090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+31%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New artist stream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63040" y="291693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Discovery Dialogue activation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4114800" cy="640080"/>
          </a:xfrm>
          <a:prstGeom prst="rect">
            <a:avLst/>
          </a:prstGeom>
          <a:solidFill>
            <a:srgbClr val="24242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3374136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+15%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46304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Free → Premium conversion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36301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AI features gated in Premium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4114800" cy="640080"/>
          </a:xfrm>
          <a:prstGeom prst="rect">
            <a:avLst/>
          </a:prstGeom>
          <a:solidFill>
            <a:srgbClr val="121212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08736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B95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–27%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63040" y="40873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Support tickets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463040" y="4343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3B3B3"/>
                </a:solidFill>
              </a:rPr>
              <a:t>AI resolves 'I can't find music for X' self-serve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2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Pitfalls &amp; Workarounds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188720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92040" y="121615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[!] Hallucinations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1444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Constrain LLM to Spotify catalogue API; no free-form generation of song names. Always ground to real tracks.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92040" y="192938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[!] Privacy (context data)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1579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Full opt-in for location/calendar. On-device inference for mood signals. GDPR-compliant data minimisation.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615184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92040" y="264261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[!] Latency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2871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Pre-compute context profiles async; intent agent runs on user action with &lt;800ms SLA target using streaming responses.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3328416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92040" y="3355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[!] User Trust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35844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Always show AI reasoning ('Here's why I picked these'). Add one-tap feedback loop. Never hide that it's AI-generated.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4041648"/>
            <a:ext cx="4114800" cy="6400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92040" y="406908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[!] Adoption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297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</a:rPr>
              <a:t>Progressive rollout: start with AI Liner Notes (low risk, high delight), then unlock agents for opted-in users after trust is built.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132320" y="4919472"/>
            <a:ext cx="1965960" cy="201168"/>
          </a:xfrm>
          <a:prstGeom prst="rect">
            <a:avLst/>
          </a:prstGeom>
          <a:solidFill>
            <a:srgbClr val="E8F4FD"/>
          </a:solidFill>
          <a:ln w="6350">
            <a:solidFill>
              <a:srgbClr val="4285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4924044"/>
            <a:ext cx="192024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285F4"/>
                </a:solidFill>
              </a:rPr>
              <a:t>N </a:t>
            </a:r>
            <a:pPr indent="0" marL="0">
              <a:buNone/>
            </a:pPr>
            <a:r>
              <a:rPr lang="en-US" sz="750" dirty="0">
                <a:solidFill>
                  <a:srgbClr val="1A73E8"/>
                </a:solidFill>
              </a:rPr>
              <a:t>Made with NotebookLM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Spotify x GenAI — Open Project 2026</dc:title>
  <dc:subject>PptxGenJS Presentation</dc:subject>
  <dc:creator>Doremon Den</dc:creator>
  <cp:lastModifiedBy>Doremon Den</cp:lastModifiedBy>
  <cp:revision>1</cp:revision>
  <dcterms:created xsi:type="dcterms:W3CDTF">2026-06-07T15:33:28Z</dcterms:created>
  <dcterms:modified xsi:type="dcterms:W3CDTF">2026-06-07T15:33:28Z</dcterms:modified>
</cp:coreProperties>
</file>