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B954"/>
                </a:solidFill>
              </a:rPr>
              <a:t>OPEN PROJECT 2026  ·  SOCIETY OF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Spotify can predict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next emotion.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" y="2788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3B3B3"/>
                </a:solidFill>
              </a:rPr>
              <a:t>Reimagining Spotify with Generative AI to deliver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3B3B3"/>
                </a:solidFill>
              </a:rPr>
              <a:t>personalised, emotionally intelligent music experiences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3B3B3"/>
                </a:solidFill>
              </a:rPr>
              <a:t>that reduce churn and grow premium revenue.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274320"/>
            <a:ext cx="2743200" cy="2743200"/>
          </a:xfrm>
          <a:prstGeom prst="ellipse">
            <a:avLst/>
          </a:prstGeom>
          <a:solidFill>
            <a:srgbClr val="1DB954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1371600"/>
            <a:ext cx="1828800" cy="18288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1645920"/>
            <a:ext cx="1371600" cy="1371600"/>
          </a:xfrm>
          <a:prstGeom prst="ellipse">
            <a:avLst/>
          </a:prstGeom>
          <a:solidFill>
            <a:srgbClr val="158A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182880"/>
            <a:ext cx="1097280" cy="1097280"/>
          </a:xfrm>
          <a:prstGeom prst="ellipse">
            <a:avLst/>
          </a:prstGeom>
          <a:solidFill>
            <a:srgbClr val="1DB954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3977640"/>
            <a:ext cx="2560320" cy="9144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4005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602M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148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</a:rPr>
              <a:t>Monthly Active Users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3977640"/>
            <a:ext cx="2560320" cy="9144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4005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4612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</a:rPr>
              <a:t>Churn within 90 days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3977640"/>
            <a:ext cx="2560320" cy="9144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4005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8076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</a:rPr>
              <a:t>Skip AI-generated playlists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Doremon Den  ·  Product Track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B954"/>
                </a:solidFill>
              </a:rPr>
              <a:t>01  ·  PROBLEM INTRODUCTION + IMPACT + USER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Discovery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</a:rPr>
              <a:t>Spotify's recommendation engine is powerful — but passive. It reacts to listening history, not to emotional state, context, or intent. Users in grief get upbeat playlists. Users in flow get mood-breaking transitions. The result: friction, skipping, and churn.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212848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</a:rPr>
              <a:t>Discovery Fatigue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Users spend avg. 8 min searching for the right playlist, often giving up and switching apps.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2212848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6334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</a:rPr>
              <a:t>Context Blindness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9260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Recommendations ignore real-world context — weather, time, mood, physical activity.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2212848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26334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</a:rPr>
              <a:t>Churn at Free Tier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9260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31% of free users churn within 90 days. AI-curated paywall features aren't compelling enough to convert.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7673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</a:rPr>
              <a:t>User Segments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2651760" cy="77724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40%  Passive Listeners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407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Play ambient/background music. Low engagement, high churn risk.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4114800"/>
            <a:ext cx="2651760" cy="77724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35%  Active Explorers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4407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Seek new artists &amp; genres. Frustrated by repetition.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35040" y="4114800"/>
            <a:ext cx="2651760" cy="77724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25%  Mood Driven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26480" y="4407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Curate by emotion. Feel unheard by current AI playlists.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8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02  ·  WHY GENERATIVE AI?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41148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Traditional Approaches Fall Short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87171"/>
                </a:solidFill>
              </a:rPr>
              <a:t>✗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3B3B3"/>
                </a:solidFill>
              </a:rPr>
              <a:t>Collaborative filtering: only mirrors past behaviour, no emotional intelligence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87171"/>
                </a:solidFill>
              </a:rPr>
              <a:t>✗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3B3B3"/>
                </a:solidFill>
              </a:rPr>
              <a:t>Rule-based playlists: static, can't adapt to real-time context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87171"/>
                </a:solidFill>
              </a:rPr>
              <a:t>✗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3B3B3"/>
                </a:solidFill>
              </a:rPr>
              <a:t>Predictive ML: forecasts what you listened to, can't understand what you need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87171"/>
                </a:solidFill>
              </a:rPr>
              <a:t>✗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3B3B3"/>
                </a:solidFill>
              </a:rPr>
              <a:t>Manual curation: doesn't scale to 602M users across 100+ moods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206240" cy="4114800"/>
          </a:xfrm>
          <a:prstGeom prst="rect">
            <a:avLst/>
          </a:prstGeom>
          <a:solidFill>
            <a:srgbClr val="158A3E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GenAI Uniquely Enables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417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D760"/>
                </a:solidFill>
              </a:rPr>
              <a:t>✓  Emotional Context Understanding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FAE5"/>
                </a:solidFill>
              </a:rPr>
              <a:t>    LLMs interpret natural language mood input + multimodal audio signals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216712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D760"/>
                </a:solidFill>
              </a:rPr>
              <a:t>✓  Dynamic Narrative Curation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FAE5"/>
                </a:solidFill>
              </a:rPr>
              <a:t>    Generate personalised playlist stories, not just song lists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91693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D760"/>
                </a:solidFill>
              </a:rPr>
              <a:t>✓  Conversational Discovery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FAE5"/>
                </a:solidFill>
              </a:rPr>
              <a:t>    User says: I need focus music for a deadline — agent understands and acts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366674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D760"/>
                </a:solidFill>
              </a:rPr>
              <a:t>✓  Generative Content Layer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FAE5"/>
                </a:solidFill>
              </a:rPr>
              <a:t>    AI-written liner notes, artist bios, mood transitions narrated intelligently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B954"/>
                </a:solidFill>
              </a:rPr>
              <a:t>03  ·  USER SEGMENTS + SOLUTION 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solidFill>
            <a:srgbClr val="121212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</a:rPr>
              <a:t>Core Insight: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91640" y="8686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Music listening is an emotional act, not just a preference act. GenAI can bridge the gap between how a user feels right now and what they actually want to hear.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B954"/>
                </a:solidFill>
              </a:rPr>
              <a:t>🎭  MoodSync AI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For: Mood-Driven Users (25%)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User speaks or types their current emotion. LLM interprets sentiment + context, generates a dynamic playlist with a narrative arc — from where they are emotionally to where they want to go.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2468880" cy="25603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212"/>
                </a:solidFill>
              </a:rPr>
              <a:t>📈 +22% session length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60020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600200"/>
            <a:ext cx="2651760" cy="54864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B954"/>
                </a:solidFill>
              </a:rPr>
              <a:t>🌦️  Context Conductor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9184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For: Passive Listeners (40%)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48716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Multimodal AI agent reads time, location (opt-in), calendar events, and ambient sound to automatically queue contextually perfect music without user input.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4526280"/>
            <a:ext cx="2468880" cy="25603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212"/>
                </a:solidFill>
              </a:rPr>
              <a:t>📈 +18% retention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60020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600200"/>
            <a:ext cx="2651760" cy="54864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B954"/>
                </a:solidFill>
              </a:rPr>
              <a:t>🔍  Discovery Dialogue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2648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For: Active Explorers (35%)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248716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Conversational AI interface: 'Show me artists like Radiohead but more hopeful.' Agent searches, reasons, and builds a curated session with AI-written discovery notes.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4526280"/>
            <a:ext cx="2468880" cy="25603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212"/>
                </a:solidFill>
              </a:rPr>
              <a:t>📈 +31% new artist streams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8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04  ·  SOLUTION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Interaction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554480" cy="9144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" y="15819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5E7EB"/>
                </a:solidFill>
              </a:rPr>
              <a:t>Voice / text / context signals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38528" y="14813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57400" y="1234440"/>
            <a:ext cx="1554480" cy="9144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12264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Intent Agent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12264" y="15819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5E7EB"/>
                </a:solidFill>
              </a:rPr>
              <a:t>LLM parses emotion + context intent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30168" y="14813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1234440"/>
            <a:ext cx="1554480" cy="914400"/>
          </a:xfrm>
          <a:prstGeom prst="rect">
            <a:avLst/>
          </a:prstGeom>
          <a:solidFill>
            <a:srgbClr val="158A3E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3904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Curation Engine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03904" y="15819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5E7EB"/>
                </a:solidFill>
              </a:rPr>
              <a:t>Multimodal AI selects &amp; sequences tracks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21808" y="14813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40680" y="1234440"/>
            <a:ext cx="1554480" cy="91440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95544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Narrative Layer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95544" y="15819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5E7EB"/>
                </a:solidFill>
              </a:rPr>
              <a:t>GenAI writes playlist story + liner notes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13448" y="14813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0" y="1234440"/>
            <a:ext cx="1554480" cy="914400"/>
          </a:xfrm>
          <a:prstGeom prst="rect">
            <a:avLst/>
          </a:prstGeom>
          <a:solidFill>
            <a:srgbClr val="1DB95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87184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Spotify UX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87184" y="15819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5E7EB"/>
                </a:solidFill>
              </a:rPr>
              <a:t>Delivered in native Spotify UI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2331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Workflows &amp; Features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411480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" y="2788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D760"/>
                </a:solidFill>
              </a:rPr>
              <a:t>🎙️ Voice Mood Check-In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3063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3B3B3"/>
                </a:solidFill>
              </a:rPr>
              <a:t>"I'm anxious before a presentation" → Agent detects anxiety, generates a 20-min focus + calm arc playlist with AI narration. Post-session: asks how you feel, refines future curations.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411480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64608" y="2788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D760"/>
                </a:solidFill>
              </a:rPr>
              <a:t>🤖 Autonomous Session Agent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3063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3B3B3"/>
                </a:solidFill>
              </a:rPr>
              <a:t>Runs in background: checks time (7am = energising commute mix), calendar ("big meeting at 10am" = confidence music), then queues without asking. Full opt-in.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822192"/>
            <a:ext cx="411480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" y="3867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D760"/>
                </a:solidFill>
              </a:rPr>
              <a:t>💬 Conversational Discovery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" y="41422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3B3B3"/>
                </a:solidFill>
              </a:rPr>
              <a:t>Chat interface within Spotify: "Find something like lo-fi but with vocals and a 90s feel." LLM reasons across the catalogue, returns curated session with explainability notes.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822192"/>
            <a:ext cx="411480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64608" y="3867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D760"/>
                </a:solidFill>
              </a:rPr>
              <a:t>✍️ AI Liner Notes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64608" y="41422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3B3B3"/>
                </a:solidFill>
              </a:rPr>
              <a:t>Each AI playlist includes a generated narrative: why these songs, what the arc is, artist context. Increases engagement and perceived value of the AI curation.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B954"/>
                </a:solidFill>
              </a:rPr>
              <a:t>05 + 06  ·  SUCCESS METRICS  +  PITFALLS &amp; WORKAROUNDS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Metrics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640080"/>
          </a:xfrm>
          <a:prstGeom prst="rect">
            <a:avLst/>
          </a:prstGeom>
          <a:solidFill>
            <a:srgbClr val="121212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Avg. session length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490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B3B3"/>
                </a:solidFill>
              </a:rPr>
              <a:t>MoodSync AI cohort vs control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4114800" cy="64008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9476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30-day retention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2037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B3B3"/>
                </a:solidFill>
              </a:rPr>
              <a:t>Context Conductor users vs baseline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4114800" cy="640080"/>
          </a:xfrm>
          <a:prstGeom prst="rect">
            <a:avLst/>
          </a:prstGeom>
          <a:solidFill>
            <a:srgbClr val="121212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66090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+31%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 artist stream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9169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B3B3"/>
                </a:solidFill>
              </a:rPr>
              <a:t>Discovery Dialogue activation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4114800" cy="64008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37413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3374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Free → Premium conversion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36301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B3B3"/>
                </a:solidFill>
              </a:rPr>
              <a:t>AI features gated in Premium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4114800" cy="640080"/>
          </a:xfrm>
          <a:prstGeom prst="rect">
            <a:avLst/>
          </a:prstGeom>
          <a:solidFill>
            <a:srgbClr val="121212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08736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–27%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Support tickets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4343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B3B3"/>
                </a:solidFill>
              </a:rPr>
              <a:t>AI resolves 'I can't find music for X' self-serve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Pitfalls &amp; Workarounds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188720"/>
            <a:ext cx="411480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⚠ Hallucinations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</a:rPr>
              <a:t>Constrain LLM to Spotify catalogue API; no free-form generation of song names. Always ground to real tracks.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901952"/>
            <a:ext cx="411480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1929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⚠ Privacy (context data)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1579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</a:rPr>
              <a:t>Full opt-in for location/calendar. On-device inference for mood signals. GDPR-compliant data minimisation.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615184"/>
            <a:ext cx="411480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2642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⚠ Latency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8712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</a:rPr>
              <a:t>Pre-compute context profiles async; intent agent runs on user action with &lt;800ms SLA target using streaming responses.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328416"/>
            <a:ext cx="411480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92040" y="3355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⚠ User Trust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</a:rPr>
              <a:t>Always show AI reasoning ('Here's why I picked these'). Add one-tap feedback loop. Never hide that it's AI-generated.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4041648"/>
            <a:ext cx="411480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92040" y="4069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⚠ Adoption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297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</a:rPr>
              <a:t>Progressive rollout: start with AI Liner Notes (low risk, high delight), then unlock agents for opted-in users after trust is built.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x GenAI — Open Project 2026</dc:title>
  <dc:subject>PptxGenJS Presentation</dc:subject>
  <dc:creator>Doremon Den</dc:creator>
  <cp:lastModifiedBy>Doremon Den</cp:lastModifiedBy>
  <cp:revision>1</cp:revision>
  <dcterms:created xsi:type="dcterms:W3CDTF">2026-06-04T09:58:35Z</dcterms:created>
  <dcterms:modified xsi:type="dcterms:W3CDTF">2026-06-04T09:58:35Z</dcterms:modified>
</cp:coreProperties>
</file>